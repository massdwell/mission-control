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78BFA"/>
                </a:solidFill>
              </a:defRPr>
            </a:pPr>
            <a:r>
              <a:t>Where Life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88888"/>
                </a:solidFill>
              </a:defRPr>
            </a:pPr>
            <a:r>
              <a:t>SAFE INVESTMENT • AI-Powered Modular ADUs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America's Housing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🏠 3.8M Unit Shortage — National housing deficit creating unprecedented demand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💰 52% Cost-Burdened — More than half of renters spending over 30% on housing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👷 40% Labor Shortage — Construction industry facing critical skilled labor deficit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Modular ADUs, Reimagined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🏭 Factory-Built — Controlled environment for consistent quality, 50% faster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🤖 AI-Optimized — Generative design from natural language descriptions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🌱 Sustainable — Net-zero ready construction, eco-friendly materials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⚡ Turnkey — Design through installation, keys in 8-12 weeks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Product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Dwell Essential — 470 sq ft, 1 bed/1 bath — $141,000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Dwell Classic — 565 sq ft, 2 bed/1 bath — $172,000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Dwell Deluxe — 594 sq ft, 2 bed/1 bath — $186,000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Dwell Prime — 892 sq ft, 2 bed/2 bath — $270,000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Average: ~$192K • Baseline: $300/sq ft turnkey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AI + Robotics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AI PLATFORM: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Generative design from natural language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Automatic zoning compliance checks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Predictive demand forecasting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ROBOTIC MANUFACTURING: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Sub-millimeter precision (±0.5mm)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Automated CFS fabrication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Computer vision QC, zero on-site rework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$47B — Global ADU Market by 2035 (9.19% CAGR)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MARKET DRIVERS: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Housing affordability crisis intensifying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Massachusetts rapidly easing ADU zoning rules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Multigenerational living on the rise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Remote work driving flexible space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Competitive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First AI-driven modular manufacturer in the Northeast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⚡ 1 Month production — vs 6-7 months from competitors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🎯 ±0.5mm precision — Robotic tolerances no local vendor offers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🤖 Infinite custom designs — AI-powered vs fixed templates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West Coast innovators are 3,000+ miles away. Northeast traditionals have no tech.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STEVE VETTORI — Founder &amp; CEO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Real estate developer since 2016. Licensed broker.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Former Atlassian &amp; Cohesity. Principal at Alpine Property Group.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CARLOS FERREIRA — Founder &amp; CTO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Technical leadership in manufacturing and construction technology.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Engineering expertise in modular systems and automation.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Partners: MCSteel (engineered framing) • Alpine Property Group (development)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Growth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              2026      2027      2028      2029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Units         15        40        100       200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Revenue       $3M       $8M       $20M      $50M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Gross Margin  25%       30%       35%       45%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EBITDA        -$500K    $500K     $4M       $12M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Break-even: Late 2027 • Target margin: 35-45% at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The Ask — SAFE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VALUATION CAP: $15M (~5x projected 2026 revenue)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Instrument: Post-Money SAFE (YC standard)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Raising: $1M - $5M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Minimum investment: $25,000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YOUR UPSIDE: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Series A at $30M → 2x advantage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Series A at $45M → 3x advantage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• Series A at $75M → 5x advantage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50% — Factory operations &amp; first production units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25% — AI platform development (Inhabit)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25% — Team expansion &amp; operations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2026 MILESTONES: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✓ Factory operational Q1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✓ 15+ units delivered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✓ $3M+ revenue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✓ Path to Series 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Why SAFE?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⚡ SPEED — Standard YC docs. Close in days, not months.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🎯 FOCUS — Defer valuation until we have production data.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🤝 ALIGNMENT — No board seats or control terms. Execution focus.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📈 UPSIDE — $15M cap gives early believers significant advantage.</a:t>
            </a: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0F0F0"/>
                </a:solidFill>
              </a:defRPr>
            </a:pPr>
            <a:r>
              <a:t>"We're not asking you to value us. We're asking you to believe in us."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0A5FA"/>
                </a:solidFill>
              </a:defRPr>
            </a:pPr>
            <a:r>
              <a:t>MassDwell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78BFA"/>
                </a:solidFill>
              </a:defRPr>
            </a:pPr>
            <a:r>
              <a:t>Where Life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Steve Vettori, Founder &amp; CEO</a:t>
            </a:r>
          </a:p>
          <a:p>
            <a:pPr algn="ctr">
              <a:defRPr sz="1800">
                <a:solidFill>
                  <a:srgbClr val="60A5FA"/>
                </a:solidFill>
              </a:defRPr>
            </a:pPr>
            <a:r>
              <a:t>steve.vettori@massdwell.com • massdwell.com</a:t>
            </a:r>
          </a:p>
          <a:p>
            <a:pPr algn="ctr">
              <a:defRPr sz="1600">
                <a:solidFill>
                  <a:srgbClr val="888888"/>
                </a:solidFill>
              </a:defRPr>
            </a:pPr>
            <a:r>
              <a:t>Needham, Massachusetts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